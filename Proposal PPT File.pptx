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74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9841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Event Organizer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57200" y="23317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i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Lab — Project Proposal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2944368"/>
            <a:ext cx="4572000" cy="4572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6400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1: 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Abdul Razzaq                      </a:t>
            </a:r>
            <a:r>
              <a:rPr lang="en-US" sz="150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2: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Shafiullah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B25F0293AI178                        </a:t>
            </a:r>
            <a:r>
              <a:rPr lang="en-US" sz="150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B25F0120AI177</a:t>
            </a:r>
            <a:endParaRPr lang="en-US" sz="1500" dirty="0"/>
          </a:p>
          <a:p>
            <a:pPr marL="0" indent="0">
              <a:buNone/>
            </a:pPr>
            <a:endParaRPr lang="en-US" sz="1500" b="1" dirty="0">
              <a:solidFill>
                <a:srgbClr val="FFB30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5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Language: 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1500" b="1" dirty="0"/>
          </a:p>
          <a:p>
            <a:pPr marL="0" indent="0">
              <a:buNone/>
            </a:pPr>
            <a:endParaRPr lang="en-US" sz="15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 &amp;  WHY THIS IDEA?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4023360" cy="3931920"/>
          </a:xfrm>
          <a:prstGeom prst="rect">
            <a:avLst/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109728" cy="393192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82296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37E"/>
                </a:solidFill>
              </a:rPr>
              <a:t>The Problem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1298448"/>
            <a:ext cx="35661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events are organized every semester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 system to track events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Volunteers &amp; participants managed on paper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miss events due to WhatsApp chaos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846320" y="777240"/>
            <a:ext cx="4023360" cy="393192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846320" y="777240"/>
            <a:ext cx="109728" cy="393192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74920" y="82296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B300"/>
                </a:solidFill>
              </a:rPr>
              <a:t>Why This Idea?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74920" y="1298448"/>
            <a:ext cx="35661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Relatable — every student faces this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campus problem, not a generic idea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Naturally needs Classes &amp; Objects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complexity — no ML, no graphics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 FOUND THIS IDEA  —  4 STEPS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4114800" cy="175564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1480" y="960120"/>
            <a:ext cx="438912" cy="438912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9601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237E"/>
                </a:solidFill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41832" y="98755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Empathize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1463040"/>
            <a:ext cx="37490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Noticed students missing campus events because there was no central tracking — only WhatsApp messages.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754880" y="804672"/>
            <a:ext cx="4114800" cy="175564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892040" y="960120"/>
            <a:ext cx="438912" cy="438912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92040" y="9601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237E"/>
                </a:solidFill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22392" y="98755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937760" y="1463040"/>
            <a:ext cx="37490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might we help students &amp; organizers manage campus events using a Java program?"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274320" y="2788920"/>
            <a:ext cx="4114800" cy="1755648"/>
          </a:xfrm>
          <a:prstGeom prst="rect">
            <a:avLst/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11480" y="2944368"/>
            <a:ext cx="438912" cy="438912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11480" y="29443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237E"/>
                </a:solidFill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41832" y="29718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Brainstorm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57200" y="3447288"/>
            <a:ext cx="37490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Ideas: Event Portal, Notice Board, Booking System, Volunteer Tracker → Best fit: Event Organizer.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754880" y="2788920"/>
            <a:ext cx="4114800" cy="1755648"/>
          </a:xfrm>
          <a:prstGeom prst="rect">
            <a:avLst/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892040" y="2944368"/>
            <a:ext cx="438912" cy="438912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92040" y="29443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237E"/>
                </a:solidFill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422392" y="29718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Filter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937760" y="3447288"/>
            <a:ext cx="37490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Event, Workshop, Seminar, Volunteer, Participant = clear classes. Inheritance + Polymorphism fit perfectly.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ARCHITECTURE  —  CLASSES &amp; CONCEPTS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4160520" cy="3931920"/>
          </a:xfrm>
          <a:prstGeom prst="rect">
            <a:avLst/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84124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37E"/>
                </a:solidFill>
              </a:rPr>
              <a:t>5 Core Classes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84048" y="1325880"/>
            <a:ext cx="3913632" cy="50292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1362456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</a:t>
            </a:r>
            <a:r>
              <a:rPr lang="en-US" sz="1300" i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Abstract Base Class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4048" y="1938528"/>
            <a:ext cx="3913632" cy="50292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1975104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</a:t>
            </a:r>
            <a:r>
              <a:rPr lang="en-US" sz="13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extends Event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84048" y="2551176"/>
            <a:ext cx="3913632" cy="50292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2587752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Seminar</a:t>
            </a:r>
            <a:r>
              <a:rPr lang="en-US" sz="13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extends Event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84048" y="3163824"/>
            <a:ext cx="3913632" cy="50292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3200400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</a:t>
            </a:r>
            <a:r>
              <a:rPr lang="en-US" sz="13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Helper Class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84048" y="3776472"/>
            <a:ext cx="3913632" cy="50292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" y="3813048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</a:t>
            </a:r>
            <a:r>
              <a:rPr lang="en-US" sz="13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Helper Class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09160" y="777240"/>
            <a:ext cx="4160520" cy="393192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46320" y="84124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300"/>
                </a:solidFill>
              </a:rPr>
              <a:t>OOP Concepts Used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828032" y="1325880"/>
            <a:ext cx="73152" cy="65836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983480" y="134416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83480" y="161848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variables private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getters &amp; setters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828032" y="2130552"/>
            <a:ext cx="73152" cy="65836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983480" y="21488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83480" y="242316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&amp; Seminar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Event class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828032" y="2935224"/>
            <a:ext cx="73152" cy="65836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983480" y="295351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Polymorphism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83480" y="322783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 getEventType()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displayInfo() methods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828032" y="3739896"/>
            <a:ext cx="73152" cy="65836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983480" y="375818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Abstraction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983480" y="4032504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is abstract class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create directly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5000" dirty="0"/>
          </a:p>
        </p:txBody>
      </p:sp>
      <p:sp>
        <p:nvSpPr>
          <p:cNvPr id="4" name="Shape 2"/>
          <p:cNvSpPr/>
          <p:nvPr/>
        </p:nvSpPr>
        <p:spPr>
          <a:xfrm>
            <a:off x="457200" y="2542032"/>
            <a:ext cx="4114800" cy="54864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278022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7986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Event Organizer  |  Java  |  Individual Project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261</Words>
  <Application>Microsoft Office PowerPoint</Application>
  <PresentationFormat>On-screen Show (16:9)</PresentationFormat>
  <Paragraphs>57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Razaq Khosa</cp:lastModifiedBy>
  <cp:revision>3</cp:revision>
  <dcterms:created xsi:type="dcterms:W3CDTF">2026-05-03T17:20:04Z</dcterms:created>
  <dcterms:modified xsi:type="dcterms:W3CDTF">2026-05-03T18:46:31Z</dcterms:modified>
</cp:coreProperties>
</file>